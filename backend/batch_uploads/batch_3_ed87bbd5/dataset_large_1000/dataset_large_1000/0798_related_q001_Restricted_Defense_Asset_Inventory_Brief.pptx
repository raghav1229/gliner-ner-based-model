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Restricted Defense Asset Inventory Brief</a:t>
            </a:r>
          </a:p>
        </p:txBody>
      </p:sp>
      <p:sp>
        <p:nvSpPr>
          <p:cNvPr id="3" name="Content Placeholder 2"/>
          <p:cNvSpPr>
            <a:spLocks noGrp="1"/>
          </p:cNvSpPr>
          <p:nvPr>
            <p:ph idx="1"/>
          </p:nvPr>
        </p:nvSpPr>
        <p:spPr/>
        <p:txBody>
          <a:bodyPr/>
          <a:lstStyle/>
          <a:p>
            <a:r>
              <a:t>This report summarizes simulated activity related to weapons and military assets across fictional administrative regions in the Kingdom for classification testing. Key indicators intentionally present include: missile, Royal Saudi Air Force, explosives, artillery, ballistic missile.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Indicators</a:t>
            </a:r>
          </a:p>
        </p:txBody>
      </p:sp>
      <p:sp>
        <p:nvSpPr>
          <p:cNvPr id="3" name="Content Placeholder 2"/>
          <p:cNvSpPr>
            <a:spLocks noGrp="1"/>
          </p:cNvSpPr>
          <p:nvPr>
            <p:ph idx="1"/>
          </p:nvPr>
        </p:nvSpPr>
        <p:spPr/>
        <p:txBody>
          <a:bodyPr/>
          <a:lstStyle/>
          <a:p>
            <a:r>
              <a:t>Top Secret</a:t>
            </a:r>
          </a:p>
          <a:p>
            <a:pPr lvl="1"/>
            <a:r>
              <a:t>missile</a:t>
            </a:r>
          </a:p>
          <a:p>
            <a:pPr lvl="1"/>
            <a:r>
              <a:t>Royal Saudi Air Force</a:t>
            </a:r>
          </a:p>
          <a:p>
            <a:pPr lvl="1"/>
            <a:r>
              <a:t>explosives</a:t>
            </a:r>
          </a:p>
          <a:p>
            <a:pPr lvl="1"/>
            <a:r>
              <a:t>artillery</a:t>
            </a:r>
          </a:p>
          <a:p>
            <a:pPr lvl="1"/>
            <a:r>
              <a:t>ballistic missile</a:t>
            </a:r>
          </a:p>
          <a:p>
            <a:pPr lvl="1"/>
            <a:r>
              <a:t>military base</a:t>
            </a:r>
          </a:p>
          <a:p>
            <a:pPr lvl="1"/>
            <a:r>
              <a:t>fighter aircraft</a:t>
            </a:r>
          </a:p>
          <a:p>
            <a:pPr lvl="1"/>
            <a:r>
              <a:t>tank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Overview</a:t>
            </a:r>
          </a:p>
        </p:txBody>
      </p:sp>
      <p:sp>
        <p:nvSpPr>
          <p:cNvPr id="3" name="Content Placeholder 2"/>
          <p:cNvSpPr>
            <a:spLocks noGrp="1"/>
          </p:cNvSpPr>
          <p:nvPr>
            <p:ph idx="1"/>
          </p:nvPr>
        </p:nvSpPr>
        <p:spPr/>
        <p:txBody>
          <a:bodyPr/>
          <a:lstStyle/>
          <a:p>
            <a:r>
              <a:t>During the period between 03 July 2026 and 18 July 2026, the fictional coordination office recorded controlled entries associated with weapons and military assets. References such as 'missile', 'Royal Saudi Air Force', and 'explosives' are embedded for AI sensitivity scoring.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