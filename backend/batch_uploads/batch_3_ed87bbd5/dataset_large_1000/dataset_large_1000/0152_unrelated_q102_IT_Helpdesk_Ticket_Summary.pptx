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Helpdesk Ticket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IT support tickets.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printer jam</a:t>
            </a:r>
          </a:p>
          <a:p>
            <a:pPr lvl="1"/>
            <a:r>
              <a:t>VPN latency</a:t>
            </a:r>
          </a:p>
          <a:p>
            <a:pPr lvl="1"/>
            <a:r>
              <a:t>password reset</a:t>
            </a:r>
          </a:p>
          <a:p>
            <a:pPr lvl="1"/>
            <a:r>
              <a:t>laptop docking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06 June 2026 and 13 June 2026, staff completed ordinary tasks related to IT support tickets. Mentions include 'printer jam' and 'VPN latency'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