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Government Operations Disruption Report</a:t>
            </a:r>
          </a:p>
        </p:txBody>
      </p:sp>
      <p:sp>
        <p:nvSpPr>
          <p:cNvPr id="3" name="Content Placeholder 2"/>
          <p:cNvSpPr>
            <a:spLocks noGrp="1"/>
          </p:cNvSpPr>
          <p:nvPr>
            <p:ph idx="1"/>
          </p:nvPr>
        </p:nvSpPr>
        <p:spPr/>
        <p:txBody>
          <a:bodyPr/>
          <a:lstStyle/>
          <a:p>
            <a:r>
              <a:t>This report summarizes simulated activity related to government operations continuity across fictional administrative regions in the Kingdom for classification testing. Key indicators intentionally present include: emergency operations, cyber attack, disaster recovery, government shutdown, system failure.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Indicators</a:t>
            </a:r>
          </a:p>
        </p:txBody>
      </p:sp>
      <p:sp>
        <p:nvSpPr>
          <p:cNvPr id="3" name="Content Placeholder 2"/>
          <p:cNvSpPr>
            <a:spLocks noGrp="1"/>
          </p:cNvSpPr>
          <p:nvPr>
            <p:ph idx="1"/>
          </p:nvPr>
        </p:nvSpPr>
        <p:spPr/>
        <p:txBody>
          <a:bodyPr/>
          <a:lstStyle/>
          <a:p>
            <a:r>
              <a:t>Secret</a:t>
            </a:r>
          </a:p>
          <a:p>
            <a:pPr lvl="1"/>
            <a:r>
              <a:t>emergency operations</a:t>
            </a:r>
          </a:p>
          <a:p>
            <a:pPr lvl="1"/>
            <a:r>
              <a:t>cyber attack</a:t>
            </a:r>
          </a:p>
          <a:p>
            <a:pPr lvl="1"/>
            <a:r>
              <a:t>disaster recovery</a:t>
            </a:r>
          </a:p>
          <a:p>
            <a:pPr lvl="1"/>
            <a:r>
              <a:t>government shutdown</a:t>
            </a:r>
          </a:p>
          <a:p>
            <a:pPr lvl="1"/>
            <a:r>
              <a:t>system failure</a:t>
            </a:r>
          </a:p>
          <a:p>
            <a:pPr lvl="1"/>
            <a:r>
              <a:t>business continuity</a:t>
            </a:r>
          </a:p>
          <a:p>
            <a:pPr lvl="1"/>
            <a:r>
              <a:t>operational disruption</a:t>
            </a:r>
          </a:p>
          <a:p>
            <a:pPr lvl="1"/>
            <a:r>
              <a:t>service outage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Overview</a:t>
            </a:r>
          </a:p>
        </p:txBody>
      </p:sp>
      <p:sp>
        <p:nvSpPr>
          <p:cNvPr id="3" name="Content Placeholder 2"/>
          <p:cNvSpPr>
            <a:spLocks noGrp="1"/>
          </p:cNvSpPr>
          <p:nvPr>
            <p:ph idx="1"/>
          </p:nvPr>
        </p:nvSpPr>
        <p:spPr/>
        <p:txBody>
          <a:bodyPr/>
          <a:lstStyle/>
          <a:p>
            <a:r>
              <a:t>During the period between 07 June 2026 and 20 June 2026, the fictional coordination office recorded controlled entries associated with government operations continuity. References such as 'emergency operations', 'cyber attack', and 'disaster recovery' are embedded for AI sensitivity scoring.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