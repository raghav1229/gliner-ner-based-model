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Volunteer Greening Day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community greening.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irrigation hose</a:t>
            </a:r>
          </a:p>
          <a:p>
            <a:pPr lvl="1"/>
            <a:r>
              <a:t>community garden</a:t>
            </a:r>
          </a:p>
          <a:p>
            <a:pPr lvl="1"/>
            <a:r>
              <a:t>tree planting</a:t>
            </a:r>
          </a:p>
          <a:p>
            <a:pPr lvl="1"/>
            <a:r>
              <a:t>recycling bins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22 June 2026 and 09 July 2026, staff completed ordinary tasks related to community greening. Mentions include 'irrigation hose' and 'community garden'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