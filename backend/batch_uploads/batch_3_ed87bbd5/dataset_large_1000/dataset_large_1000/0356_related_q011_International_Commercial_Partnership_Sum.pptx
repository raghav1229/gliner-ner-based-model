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International Commercial Partnership Summary</a:t>
            </a:r>
          </a:p>
        </p:txBody>
      </p:sp>
      <p:sp>
        <p:nvSpPr>
          <p:cNvPr id="3" name="Content Placeholder 2"/>
          <p:cNvSpPr>
            <a:spLocks noGrp="1"/>
          </p:cNvSpPr>
          <p:nvPr>
            <p:ph idx="1"/>
          </p:nvPr>
        </p:nvSpPr>
        <p:spPr/>
        <p:txBody>
          <a:bodyPr/>
          <a:lstStyle/>
          <a:p>
            <a:r>
              <a:t>This report summarizes simulated activity related to strategic commercial agreements across fictional administrative regions in the Kingdom for classification testing. Key indicators intentionally present include: strategic partnership, technology transfer, foreign investment, investment agreement, commercial agreement.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strategic partnership</a:t>
            </a:r>
          </a:p>
          <a:p>
            <a:pPr lvl="1"/>
            <a:r>
              <a:t>technology transfer</a:t>
            </a:r>
          </a:p>
          <a:p>
            <a:pPr lvl="1"/>
            <a:r>
              <a:t>foreign investment</a:t>
            </a:r>
          </a:p>
          <a:p>
            <a:pPr lvl="1"/>
            <a:r>
              <a:t>investment agreement</a:t>
            </a:r>
          </a:p>
          <a:p>
            <a:pPr lvl="1"/>
            <a:r>
              <a:t>commercial agreement</a:t>
            </a:r>
          </a:p>
          <a:p>
            <a:pPr lvl="1"/>
            <a:r>
              <a:t>sovereign investment</a:t>
            </a:r>
          </a:p>
          <a:p>
            <a:pPr lvl="1"/>
            <a:r>
              <a:t>strategic supplier</a:t>
            </a:r>
          </a:p>
          <a:p>
            <a:pPr lvl="1"/>
            <a:r>
              <a:t>joint venture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06 June 2026 and 15 June 2026, the fictional coordination office recorded controlled entries associated with strategic commercial agreements. References such as 'strategic partnership', 'technology transfer', and 'foreign investment'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