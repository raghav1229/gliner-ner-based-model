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Greening Day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community greening.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tree planting</a:t>
            </a:r>
          </a:p>
          <a:p>
            <a:pPr lvl="1"/>
            <a:r>
              <a:t>irrigation hose</a:t>
            </a:r>
          </a:p>
          <a:p>
            <a:pPr lvl="1"/>
            <a:r>
              <a:t>recycling bins</a:t>
            </a:r>
          </a:p>
          <a:p>
            <a:pPr lvl="1"/>
            <a:r>
              <a:t>community garden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03 July 2026 and 10 July 2026, staff completed ordinary tasks related to community greening. Mentions include 'tree planting' and 'irrigation hose'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