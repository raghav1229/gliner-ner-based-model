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Volunteer Greening Day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memo covers routine administrative activity for community greening. It contains no defense, security, or national sensitivity indicators.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Public</a:t>
            </a:r>
          </a:p>
          <a:p>
            <a:pPr lvl="1"/>
            <a:r>
              <a:t>tree planting</a:t>
            </a:r>
          </a:p>
          <a:p>
            <a:pPr lvl="1"/>
            <a:r>
              <a:t>recycling bins</a:t>
            </a:r>
          </a:p>
          <a:p>
            <a:pPr lvl="1"/>
            <a:r>
              <a:t>community garden</a:t>
            </a:r>
          </a:p>
          <a:p>
            <a:pPr lvl="1"/>
            <a:r>
              <a:t>irrigation hose</a:t>
            </a:r>
          </a:p>
          <a:p>
            <a:pPr lvl="1"/>
            <a:r>
              <a:t>Internal Use</a:t>
            </a:r>
          </a:p>
          <a:p>
            <a:pPr lvl="1"/>
            <a:r>
              <a:t>Routine Operations</a:t>
            </a:r>
          </a:p>
          <a:p>
            <a:pPr lvl="1"/>
            <a:r>
              <a:t>Public Notice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Between 12 June 2026 and 29 June 2026, staff completed ordinary tasks related to community greening. Mentions include 'tree planting' and 'recycling bins' for operational clarity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