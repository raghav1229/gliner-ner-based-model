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Procurement Stationery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office stationery.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notebooks</a:t>
            </a:r>
          </a:p>
          <a:p>
            <a:pPr lvl="1"/>
            <a:r>
              <a:t>whiteboard markers</a:t>
            </a:r>
          </a:p>
          <a:p>
            <a:pPr lvl="1"/>
            <a:r>
              <a:t>toner cartridge</a:t>
            </a:r>
          </a:p>
          <a:p>
            <a:pPr lvl="1"/>
            <a:r>
              <a:t>sticky notes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09 June 2026 and 29 June 2026, staff completed ordinary tasks related to office stationery. Mentions include 'notebooks' and 'whiteboard markers'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