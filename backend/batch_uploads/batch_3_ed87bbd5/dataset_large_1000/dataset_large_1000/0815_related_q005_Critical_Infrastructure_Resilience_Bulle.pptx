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Critical Infrastructure Resilience Bulletin</a:t>
            </a:r>
          </a:p>
        </p:txBody>
      </p:sp>
      <p:sp>
        <p:nvSpPr>
          <p:cNvPr id="3" name="Content Placeholder 2"/>
          <p:cNvSpPr>
            <a:spLocks noGrp="1"/>
          </p:cNvSpPr>
          <p:nvPr>
            <p:ph idx="1"/>
          </p:nvPr>
        </p:nvSpPr>
        <p:spPr/>
        <p:txBody>
          <a:bodyPr/>
          <a:lstStyle/>
          <a:p>
            <a:r>
              <a:t>This report summarizes simulated activity related to critical infrastructure disruption across fictional administrative regions in the Kingdom for classification testing. Key indicators intentionally present include: pipeline, critical infrastructure, ICS, seaport, refinery.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Indicators</a:t>
            </a:r>
          </a:p>
        </p:txBody>
      </p:sp>
      <p:sp>
        <p:nvSpPr>
          <p:cNvPr id="3" name="Content Placeholder 2"/>
          <p:cNvSpPr>
            <a:spLocks noGrp="1"/>
          </p:cNvSpPr>
          <p:nvPr>
            <p:ph idx="1"/>
          </p:nvPr>
        </p:nvSpPr>
        <p:spPr/>
        <p:txBody>
          <a:bodyPr/>
          <a:lstStyle/>
          <a:p>
            <a:r>
              <a:t>Top Secret</a:t>
            </a:r>
          </a:p>
          <a:p>
            <a:pPr lvl="1"/>
            <a:r>
              <a:t>pipeline</a:t>
            </a:r>
          </a:p>
          <a:p>
            <a:pPr lvl="1"/>
            <a:r>
              <a:t>critical infrastructure</a:t>
            </a:r>
          </a:p>
          <a:p>
            <a:pPr lvl="1"/>
            <a:r>
              <a:t>ICS</a:t>
            </a:r>
          </a:p>
          <a:p>
            <a:pPr lvl="1"/>
            <a:r>
              <a:t>seaport</a:t>
            </a:r>
          </a:p>
          <a:p>
            <a:pPr lvl="1"/>
            <a:r>
              <a:t>refinery</a:t>
            </a:r>
          </a:p>
          <a:p>
            <a:pPr lvl="1"/>
            <a:r>
              <a:t>oil production</a:t>
            </a:r>
          </a:p>
          <a:p>
            <a:pPr lvl="1"/>
            <a:r>
              <a:t>SCADA</a:t>
            </a:r>
          </a:p>
          <a:p>
            <a:pPr lvl="1"/>
            <a:r>
              <a:t>blackout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r>
              <a:t>During the period between 12 July 2026 and 30 July 2026, the fictional coordination office recorded controlled entries associated with critical infrastructure disruption. References such as 'pipeline', 'critical infrastructure', and 'ICS' are embedded for AI sensitivity scoring.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