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Campaign Retro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marketing analytics.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</a:t>
            </a:r>
          </a:p>
          <a:p>
            <a:pPr lvl="1"/>
            <a:r>
              <a:t>social media post</a:t>
            </a:r>
          </a:p>
          <a:p>
            <a:pPr lvl="1"/>
            <a:r>
              <a:t>newsletter open rate</a:t>
            </a:r>
          </a:p>
          <a:p>
            <a:pPr lvl="1"/>
            <a:r>
              <a:t>click-through rate</a:t>
            </a:r>
          </a:p>
          <a:p>
            <a:pPr lvl="1"/>
            <a:r>
              <a:t>brand awareness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19 June 2026 and 05 July 2026, staff completed ordinary tasks related to marketing analytics. Mentions include 'social media post' and 'newsletter open rate'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