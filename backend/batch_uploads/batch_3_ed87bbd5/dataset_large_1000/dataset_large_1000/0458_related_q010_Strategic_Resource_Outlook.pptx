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Strategic Resource Outlook</a:t>
            </a:r>
          </a:p>
        </p:txBody>
      </p:sp>
      <p:sp>
        <p:nvSpPr>
          <p:cNvPr id="3" name="Content Placeholder 2"/>
          <p:cNvSpPr>
            <a:spLocks noGrp="1"/>
          </p:cNvSpPr>
          <p:nvPr>
            <p:ph idx="1"/>
          </p:nvPr>
        </p:nvSpPr>
        <p:spPr/>
        <p:txBody>
          <a:bodyPr/>
          <a:lstStyle/>
          <a:p>
            <a:r>
              <a:t>This report summarizes simulated activity related to strategic natural resources across fictional administrative regions in the Kingdom for classification testing. Key indicators intentionally present include: commodity price, resource depletion, natural gas, mining, Brent.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Indicators</a:t>
            </a:r>
          </a:p>
        </p:txBody>
      </p:sp>
      <p:sp>
        <p:nvSpPr>
          <p:cNvPr id="3" name="Content Placeholder 2"/>
          <p:cNvSpPr>
            <a:spLocks noGrp="1"/>
          </p:cNvSpPr>
          <p:nvPr>
            <p:ph idx="1"/>
          </p:nvPr>
        </p:nvSpPr>
        <p:spPr/>
        <p:txBody>
          <a:bodyPr/>
          <a:lstStyle/>
          <a:p>
            <a:r>
              <a:t>Secret</a:t>
            </a:r>
          </a:p>
          <a:p>
            <a:pPr lvl="1"/>
            <a:r>
              <a:t>commodity price</a:t>
            </a:r>
          </a:p>
          <a:p>
            <a:pPr lvl="1"/>
            <a:r>
              <a:t>resource depletion</a:t>
            </a:r>
          </a:p>
          <a:p>
            <a:pPr lvl="1"/>
            <a:r>
              <a:t>natural gas</a:t>
            </a:r>
          </a:p>
          <a:p>
            <a:pPr lvl="1"/>
            <a:r>
              <a:t>mining</a:t>
            </a:r>
          </a:p>
          <a:p>
            <a:pPr lvl="1"/>
            <a:r>
              <a:t>Brent</a:t>
            </a:r>
          </a:p>
          <a:p>
            <a:pPr lvl="1"/>
            <a:r>
              <a:t>production quota</a:t>
            </a:r>
          </a:p>
          <a:p>
            <a:pPr lvl="1"/>
            <a:r>
              <a:t>crude oil</a:t>
            </a:r>
          </a:p>
          <a:p>
            <a:pPr lvl="1"/>
            <a:r>
              <a:t>oil reserve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a:t>
            </a:r>
          </a:p>
        </p:txBody>
      </p:sp>
      <p:sp>
        <p:nvSpPr>
          <p:cNvPr id="3" name="Content Placeholder 2"/>
          <p:cNvSpPr>
            <a:spLocks noGrp="1"/>
          </p:cNvSpPr>
          <p:nvPr>
            <p:ph idx="1"/>
          </p:nvPr>
        </p:nvSpPr>
        <p:spPr/>
        <p:txBody>
          <a:bodyPr/>
          <a:lstStyle/>
          <a:p>
            <a:r>
              <a:t>During the period between 14 June 2026 and 29 June 2026, the fictional coordination office recorded controlled entries associated with strategic natural resources. References such as 'commodity price', 'resource depletion', and 'natural gas' are embedded for AI sensitivity scoring.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