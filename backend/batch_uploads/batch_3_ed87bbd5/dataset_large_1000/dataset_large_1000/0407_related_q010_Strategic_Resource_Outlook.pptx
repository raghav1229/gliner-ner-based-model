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Resource Outlook</a:t>
            </a:r>
          </a:p>
        </p:txBody>
      </p:sp>
      <p:sp>
        <p:nvSpPr>
          <p:cNvPr id="3" name="Content Placeholder 2"/>
          <p:cNvSpPr>
            <a:spLocks noGrp="1"/>
          </p:cNvSpPr>
          <p:nvPr>
            <p:ph idx="1"/>
          </p:nvPr>
        </p:nvSpPr>
        <p:spPr/>
        <p:txBody>
          <a:bodyPr/>
          <a:lstStyle/>
          <a:p>
            <a:r>
              <a:t>This report summarizes simulated activity related to strategic natural resources across fictional administrative regions in the Kingdom for classification testing. Key indicators intentionally present include: Brent, production quota, resource depletion, petroleum exports, oil reserve.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Brent</a:t>
            </a:r>
          </a:p>
          <a:p>
            <a:pPr lvl="1"/>
            <a:r>
              <a:t>production quota</a:t>
            </a:r>
          </a:p>
          <a:p>
            <a:pPr lvl="1"/>
            <a:r>
              <a:t>resource depletion</a:t>
            </a:r>
          </a:p>
          <a:p>
            <a:pPr lvl="1"/>
            <a:r>
              <a:t>petroleum exports</a:t>
            </a:r>
          </a:p>
          <a:p>
            <a:pPr lvl="1"/>
            <a:r>
              <a:t>oil reserve</a:t>
            </a:r>
          </a:p>
          <a:p>
            <a:pPr lvl="1"/>
            <a:r>
              <a:t>natural gas</a:t>
            </a:r>
          </a:p>
          <a:p>
            <a:pPr lvl="1"/>
            <a:r>
              <a:t>commodity price</a:t>
            </a:r>
          </a:p>
          <a:p>
            <a:pPr lvl="1"/>
            <a:r>
              <a:t>OPEC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24 June 2026 and 03 July 2026, the fictional coordination office recorded controlled entries associated with strategic natural resources. References such as 'Brent', 'production quota', and 'resource depletion'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