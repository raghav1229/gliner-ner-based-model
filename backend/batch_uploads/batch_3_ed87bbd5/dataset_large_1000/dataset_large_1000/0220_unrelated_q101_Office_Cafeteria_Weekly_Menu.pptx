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Office Cafeteria Weekly Menu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cafeteria and catering.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</a:t>
            </a:r>
          </a:p>
          <a:p>
            <a:pPr lvl="1"/>
            <a:r>
              <a:t>dessert bar</a:t>
            </a:r>
          </a:p>
          <a:p>
            <a:pPr lvl="1"/>
            <a:r>
              <a:t>lunch special</a:t>
            </a:r>
          </a:p>
          <a:p>
            <a:pPr lvl="1"/>
            <a:r>
              <a:t>vegetarian option</a:t>
            </a:r>
          </a:p>
          <a:p>
            <a:pPr lvl="1"/>
            <a:r>
              <a:t>coffee station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18 June 2026 and 25 June 2026, staff completed ordinary tasks related to cafeteria and catering. Mentions include 'dessert bar' and 'lunch special'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