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Diplomatic Negotiation Status Memo</a:t>
            </a:r>
          </a:p>
        </p:txBody>
      </p:sp>
      <p:sp>
        <p:nvSpPr>
          <p:cNvPr id="3" name="Content Placeholder 2"/>
          <p:cNvSpPr>
            <a:spLocks noGrp="1"/>
          </p:cNvSpPr>
          <p:nvPr>
            <p:ph idx="1"/>
          </p:nvPr>
        </p:nvSpPr>
        <p:spPr/>
        <p:txBody>
          <a:bodyPr/>
          <a:lstStyle/>
          <a:p>
            <a:r>
              <a:t>This report summarizes simulated activity related to diplomatic relations and treaties across fictional administrative regions in the Kingdom for classification testing. Key indicators intentionally present include: MOU, bilateral agreement, diplomatic cable, embassy, strategic partnership.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MOU</a:t>
            </a:r>
          </a:p>
          <a:p>
            <a:pPr lvl="1"/>
            <a:r>
              <a:t>bilateral agreement</a:t>
            </a:r>
          </a:p>
          <a:p>
            <a:pPr lvl="1"/>
            <a:r>
              <a:t>diplomatic cable</a:t>
            </a:r>
          </a:p>
          <a:p>
            <a:pPr lvl="1"/>
            <a:r>
              <a:t>embassy</a:t>
            </a:r>
          </a:p>
          <a:p>
            <a:pPr lvl="1"/>
            <a:r>
              <a:t>strategic partnership</a:t>
            </a:r>
          </a:p>
          <a:p>
            <a:pPr lvl="1"/>
            <a:r>
              <a:t>treaty</a:t>
            </a:r>
          </a:p>
          <a:p>
            <a:pPr lvl="1"/>
            <a:r>
              <a:t>classified negotiation</a:t>
            </a:r>
          </a:p>
          <a:p>
            <a:pPr lvl="1"/>
            <a:r>
              <a:t>diplomatic note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01 July 2026 and 20 July 2026, the fictional coordination office recorded controlled entries associated with diplomatic relations and treaties. References such as 'MOU', 'bilateral agreement', and 'diplomatic cable'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