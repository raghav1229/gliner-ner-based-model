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Vital National Installation Status Sheet</a:t>
            </a:r>
          </a:p>
        </p:txBody>
      </p:sp>
      <p:sp>
        <p:nvSpPr>
          <p:cNvPr id="3" name="Content Placeholder 2"/>
          <p:cNvSpPr>
            <a:spLocks noGrp="1"/>
          </p:cNvSpPr>
          <p:nvPr>
            <p:ph idx="1"/>
          </p:nvPr>
        </p:nvSpPr>
        <p:spPr/>
        <p:txBody>
          <a:bodyPr/>
          <a:lstStyle/>
          <a:p>
            <a:r>
              <a:t>This report summarizes simulated activity related to vital national installations across fictional administrative regions in the Kingdom for classification testing. Key indicators intentionally present include: command center, military base, seaport, power station, oil refinery.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command center</a:t>
            </a:r>
          </a:p>
          <a:p>
            <a:pPr lvl="1"/>
            <a:r>
              <a:t>military base</a:t>
            </a:r>
          </a:p>
          <a:p>
            <a:pPr lvl="1"/>
            <a:r>
              <a:t>seaport</a:t>
            </a:r>
          </a:p>
          <a:p>
            <a:pPr lvl="1"/>
            <a:r>
              <a:t>power station</a:t>
            </a:r>
          </a:p>
          <a:p>
            <a:pPr lvl="1"/>
            <a:r>
              <a:t>oil refinery</a:t>
            </a:r>
          </a:p>
          <a:p>
            <a:pPr lvl="1"/>
            <a:r>
              <a:t>airport</a:t>
            </a:r>
          </a:p>
          <a:p>
            <a:pPr lvl="1"/>
            <a:r>
              <a:t>telecom exchange</a:t>
            </a:r>
          </a:p>
          <a:p>
            <a:pPr lvl="1"/>
            <a:r>
              <a:t>substation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23 June 2026 and 14 July 2026, the fictional coordination office recorded controlled entries associated with vital national installations. References such as 'command center', 'military base', and 'seaport'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