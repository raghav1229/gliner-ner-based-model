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Volunteer Greening Day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community greening.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recycling bins</a:t>
            </a:r>
          </a:p>
          <a:p>
            <a:pPr lvl="1"/>
            <a:r>
              <a:t>irrigation hose</a:t>
            </a:r>
          </a:p>
          <a:p>
            <a:pPr lvl="1"/>
            <a:r>
              <a:t>tree planting</a:t>
            </a:r>
          </a:p>
          <a:p>
            <a:pPr lvl="1"/>
            <a:r>
              <a:t>community garden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19 June 2026 and 10 July 2026, staff completed ordinary tasks related to community greening. Mentions include 'recycling bins' and 'irrigation hose'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