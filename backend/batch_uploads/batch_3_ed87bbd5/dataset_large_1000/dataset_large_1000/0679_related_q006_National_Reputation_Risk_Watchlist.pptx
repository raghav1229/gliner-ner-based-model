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National Reputation Risk Watchlist</a:t>
            </a:r>
          </a:p>
        </p:txBody>
      </p:sp>
      <p:sp>
        <p:nvSpPr>
          <p:cNvPr id="3" name="Content Placeholder 2"/>
          <p:cNvSpPr>
            <a:spLocks noGrp="1"/>
          </p:cNvSpPr>
          <p:nvPr>
            <p:ph idx="1"/>
          </p:nvPr>
        </p:nvSpPr>
        <p:spPr/>
        <p:txBody>
          <a:bodyPr/>
          <a:lstStyle/>
          <a:p>
            <a:r>
              <a:t>This report summarizes simulated activity related to national reputation risk across fictional administrative regions in the Kingdom for classification testing. Key indicators intentionally present include: bribery, international criticism, diplomatic crisis, human rights violation, corruption.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Indicators</a:t>
            </a:r>
          </a:p>
        </p:txBody>
      </p:sp>
      <p:sp>
        <p:nvSpPr>
          <p:cNvPr id="3" name="Content Placeholder 2"/>
          <p:cNvSpPr>
            <a:spLocks noGrp="1"/>
          </p:cNvSpPr>
          <p:nvPr>
            <p:ph idx="1"/>
          </p:nvPr>
        </p:nvSpPr>
        <p:spPr/>
        <p:txBody>
          <a:bodyPr/>
          <a:lstStyle/>
          <a:p>
            <a:r>
              <a:t>Top Secret</a:t>
            </a:r>
          </a:p>
          <a:p>
            <a:pPr lvl="1"/>
            <a:r>
              <a:t>bribery</a:t>
            </a:r>
          </a:p>
          <a:p>
            <a:pPr lvl="1"/>
            <a:r>
              <a:t>international criticism</a:t>
            </a:r>
          </a:p>
          <a:p>
            <a:pPr lvl="1"/>
            <a:r>
              <a:t>diplomatic crisis</a:t>
            </a:r>
          </a:p>
          <a:p>
            <a:pPr lvl="1"/>
            <a:r>
              <a:t>human rights violation</a:t>
            </a:r>
          </a:p>
          <a:p>
            <a:pPr lvl="1"/>
            <a:r>
              <a:t>corruption</a:t>
            </a:r>
          </a:p>
          <a:p>
            <a:pPr lvl="1"/>
            <a:r>
              <a:t>scandal</a:t>
            </a:r>
          </a:p>
          <a:p>
            <a:pPr lvl="1"/>
            <a:r>
              <a:t>censorship</a:t>
            </a:r>
          </a:p>
          <a:p>
            <a:pPr lvl="1"/>
            <a:r>
              <a:t>money laundering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Overview</a:t>
            </a:r>
          </a:p>
        </p:txBody>
      </p:sp>
      <p:sp>
        <p:nvSpPr>
          <p:cNvPr id="3" name="Content Placeholder 2"/>
          <p:cNvSpPr>
            <a:spLocks noGrp="1"/>
          </p:cNvSpPr>
          <p:nvPr>
            <p:ph idx="1"/>
          </p:nvPr>
        </p:nvSpPr>
        <p:spPr/>
        <p:txBody>
          <a:bodyPr/>
          <a:lstStyle/>
          <a:p>
            <a:r>
              <a:t>During the period between 06 June 2026 and 24 June 2026, the fictional coordination office recorded controlled entries associated with national reputation risk. References such as 'bribery', 'international criticism', and 'diplomatic crisis' are embedded for AI sensitivity scoring.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