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Force and VIP Movement Coordination Note</a:t>
            </a:r>
          </a:p>
        </p:txBody>
      </p:sp>
      <p:sp>
        <p:nvSpPr>
          <p:cNvPr id="3" name="Content Placeholder 2"/>
          <p:cNvSpPr>
            <a:spLocks noGrp="1"/>
          </p:cNvSpPr>
          <p:nvPr>
            <p:ph idx="1"/>
          </p:nvPr>
        </p:nvSpPr>
        <p:spPr/>
        <p:txBody>
          <a:bodyPr/>
          <a:lstStyle/>
          <a:p>
            <a:r>
              <a:t>This report summarizes simulated activity related to armed forces and VIP movement across fictional administrative regions in the Kingdom for classification testing. Key indicators intentionally present include: motorcade, escort, operational route, checkpoint, deployment.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motorcade</a:t>
            </a:r>
          </a:p>
          <a:p>
            <a:pPr lvl="1"/>
            <a:r>
              <a:t>escort</a:t>
            </a:r>
          </a:p>
          <a:p>
            <a:pPr lvl="1"/>
            <a:r>
              <a:t>operational route</a:t>
            </a:r>
          </a:p>
          <a:p>
            <a:pPr lvl="1"/>
            <a:r>
              <a:t>checkpoint</a:t>
            </a:r>
          </a:p>
          <a:p>
            <a:pPr lvl="1"/>
            <a:r>
              <a:t>deployment</a:t>
            </a:r>
          </a:p>
          <a:p>
            <a:pPr lvl="1"/>
            <a:r>
              <a:t>National Guard</a:t>
            </a:r>
          </a:p>
          <a:p>
            <a:pPr lvl="1"/>
            <a:r>
              <a:t>mobilization</a:t>
            </a:r>
          </a:p>
          <a:p>
            <a:pPr lvl="1"/>
            <a:r>
              <a:t>troop movement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23 June 2026 and 01 July 2026, the fictional coordination office recorded controlled entries associated with armed forces and VIP movement. References such as 'motorcade', 'escort', and 'operational route'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