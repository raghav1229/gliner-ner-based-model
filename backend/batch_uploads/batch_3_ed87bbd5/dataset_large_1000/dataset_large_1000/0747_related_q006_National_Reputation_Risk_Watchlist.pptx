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National Reputation Risk Watchlist</a:t>
            </a:r>
          </a:p>
        </p:txBody>
      </p:sp>
      <p:sp>
        <p:nvSpPr>
          <p:cNvPr id="3" name="Content Placeholder 2"/>
          <p:cNvSpPr>
            <a:spLocks noGrp="1"/>
          </p:cNvSpPr>
          <p:nvPr>
            <p:ph idx="1"/>
          </p:nvPr>
        </p:nvSpPr>
        <p:spPr/>
        <p:txBody>
          <a:bodyPr/>
          <a:lstStyle/>
          <a:p>
            <a:r>
              <a:t>This report summarizes simulated activity related to national reputation risk across fictional administrative regions in the Kingdom for classification testing. Key indicators intentionally present include: media exposure, human rights violation, international criticism, scandal, censorship.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Indicators</a:t>
            </a:r>
          </a:p>
        </p:txBody>
      </p:sp>
      <p:sp>
        <p:nvSpPr>
          <p:cNvPr id="3" name="Content Placeholder 2"/>
          <p:cNvSpPr>
            <a:spLocks noGrp="1"/>
          </p:cNvSpPr>
          <p:nvPr>
            <p:ph idx="1"/>
          </p:nvPr>
        </p:nvSpPr>
        <p:spPr/>
        <p:txBody>
          <a:bodyPr/>
          <a:lstStyle/>
          <a:p>
            <a:r>
              <a:t>Top Secret</a:t>
            </a:r>
          </a:p>
          <a:p>
            <a:pPr lvl="1"/>
            <a:r>
              <a:t>media exposure</a:t>
            </a:r>
          </a:p>
          <a:p>
            <a:pPr lvl="1"/>
            <a:r>
              <a:t>human rights violation</a:t>
            </a:r>
          </a:p>
          <a:p>
            <a:pPr lvl="1"/>
            <a:r>
              <a:t>international criticism</a:t>
            </a:r>
          </a:p>
          <a:p>
            <a:pPr lvl="1"/>
            <a:r>
              <a:t>scandal</a:t>
            </a:r>
          </a:p>
          <a:p>
            <a:pPr lvl="1"/>
            <a:r>
              <a:t>censorship</a:t>
            </a:r>
          </a:p>
          <a:p>
            <a:pPr lvl="1"/>
            <a:r>
              <a:t>bribery</a:t>
            </a:r>
          </a:p>
          <a:p>
            <a:pPr lvl="1"/>
            <a:r>
              <a:t>sanctions</a:t>
            </a:r>
          </a:p>
          <a:p>
            <a:pPr lvl="1"/>
            <a:r>
              <a:t>corruption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r>
              <a:t>During the period between 24 June 2026 and 06 July 2026, the fictional coordination office recorded controlled entries associated with national reputation risk. References such as 'media exposure', 'human rights violation', and 'international criticism' are embedded for AI sensitivity scoring.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