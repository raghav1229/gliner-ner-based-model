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Vital National Installation Status Sheet</a:t>
            </a:r>
          </a:p>
        </p:txBody>
      </p:sp>
      <p:sp>
        <p:nvSpPr>
          <p:cNvPr id="3" name="Content Placeholder 2"/>
          <p:cNvSpPr>
            <a:spLocks noGrp="1"/>
          </p:cNvSpPr>
          <p:nvPr>
            <p:ph idx="1"/>
          </p:nvPr>
        </p:nvSpPr>
        <p:spPr/>
        <p:txBody>
          <a:bodyPr/>
          <a:lstStyle/>
          <a:p>
            <a:r>
              <a:t>This report summarizes simulated activity related to vital national installations across fictional administrative regions in the Kingdom for classification testing. Key indicators intentionally present include: military base, oil refinery, government facility, substation, desalination plant.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Indicators</a:t>
            </a:r>
          </a:p>
        </p:txBody>
      </p:sp>
      <p:sp>
        <p:nvSpPr>
          <p:cNvPr id="3" name="Content Placeholder 2"/>
          <p:cNvSpPr>
            <a:spLocks noGrp="1"/>
          </p:cNvSpPr>
          <p:nvPr>
            <p:ph idx="1"/>
          </p:nvPr>
        </p:nvSpPr>
        <p:spPr/>
        <p:txBody>
          <a:bodyPr/>
          <a:lstStyle/>
          <a:p>
            <a:r>
              <a:t>Secret</a:t>
            </a:r>
          </a:p>
          <a:p>
            <a:pPr lvl="1"/>
            <a:r>
              <a:t>military base</a:t>
            </a:r>
          </a:p>
          <a:p>
            <a:pPr lvl="1"/>
            <a:r>
              <a:t>oil refinery</a:t>
            </a:r>
          </a:p>
          <a:p>
            <a:pPr lvl="1"/>
            <a:r>
              <a:t>government facility</a:t>
            </a:r>
          </a:p>
          <a:p>
            <a:pPr lvl="1"/>
            <a:r>
              <a:t>substation</a:t>
            </a:r>
          </a:p>
          <a:p>
            <a:pPr lvl="1"/>
            <a:r>
              <a:t>desalination plant</a:t>
            </a:r>
          </a:p>
          <a:p>
            <a:pPr lvl="1"/>
            <a:r>
              <a:t>power station</a:t>
            </a:r>
          </a:p>
          <a:p>
            <a:pPr lvl="1"/>
            <a:r>
              <a:t>seaport</a:t>
            </a:r>
          </a:p>
          <a:p>
            <a:pPr lvl="1"/>
            <a:r>
              <a:t>command center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Overview</a:t>
            </a:r>
          </a:p>
        </p:txBody>
      </p:sp>
      <p:sp>
        <p:nvSpPr>
          <p:cNvPr id="3" name="Content Placeholder 2"/>
          <p:cNvSpPr>
            <a:spLocks noGrp="1"/>
          </p:cNvSpPr>
          <p:nvPr>
            <p:ph idx="1"/>
          </p:nvPr>
        </p:nvSpPr>
        <p:spPr/>
        <p:txBody>
          <a:bodyPr/>
          <a:lstStyle/>
          <a:p>
            <a:r>
              <a:t>During the period between 04 June 2026 and 19 June 2026, the fictional coordination office recorded controlled entries associated with vital national installations. References such as 'military base', 'oil refinery', and 'government facility' are embedded for AI sensitivity scoring.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