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Cryptographic Key Custody Log</a:t>
            </a:r>
          </a:p>
        </p:txBody>
      </p:sp>
      <p:sp>
        <p:nvSpPr>
          <p:cNvPr id="3" name="Content Placeholder 2"/>
          <p:cNvSpPr>
            <a:spLocks noGrp="1"/>
          </p:cNvSpPr>
          <p:nvPr>
            <p:ph idx="1"/>
          </p:nvPr>
        </p:nvSpPr>
        <p:spPr/>
        <p:txBody>
          <a:bodyPr/>
          <a:lstStyle/>
          <a:p>
            <a:r>
              <a:t>This report summarizes simulated activity related to encryption and security mechanisms across fictional administrative regions in the Kingdom for classification testing. Key indicators intentionally present include: private key, cryptographic key, secret key, RSA, ECC.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Top Secret</a:t>
            </a:r>
          </a:p>
          <a:p>
            <a:pPr lvl="1"/>
            <a:r>
              <a:t>private key</a:t>
            </a:r>
          </a:p>
          <a:p>
            <a:pPr lvl="1"/>
            <a:r>
              <a:t>cryptographic key</a:t>
            </a:r>
          </a:p>
          <a:p>
            <a:pPr lvl="1"/>
            <a:r>
              <a:t>secret key</a:t>
            </a:r>
          </a:p>
          <a:p>
            <a:pPr lvl="1"/>
            <a:r>
              <a:t>RSA</a:t>
            </a:r>
          </a:p>
          <a:p>
            <a:pPr lvl="1"/>
            <a:r>
              <a:t>ECC</a:t>
            </a:r>
          </a:p>
          <a:p>
            <a:pPr lvl="1"/>
            <a:r>
              <a:t>PKI</a:t>
            </a:r>
          </a:p>
          <a:p>
            <a:pPr lvl="1"/>
            <a:r>
              <a:t>TLS certificate</a:t>
            </a:r>
          </a:p>
          <a:p>
            <a:pPr lvl="1"/>
            <a:r>
              <a:t>VPN key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03 June 2026 and 12 June 2026, the fictional coordination office recorded controlled entries associated with encryption and security mechanisms. References such as 'private key', 'cryptographic key', and 'secret key'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