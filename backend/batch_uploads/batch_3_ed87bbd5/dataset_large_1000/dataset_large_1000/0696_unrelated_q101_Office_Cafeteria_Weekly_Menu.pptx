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Office Cafeteria Weekly Menu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memo covers routine administrative activity for cafeteria and catering. It contains no defense, security, or national sensitivity indicators.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</a:t>
            </a:r>
          </a:p>
          <a:p>
            <a:pPr lvl="1"/>
            <a:r>
              <a:t>lunch special</a:t>
            </a:r>
          </a:p>
          <a:p>
            <a:pPr lvl="1"/>
            <a:r>
              <a:t>coffee station</a:t>
            </a:r>
          </a:p>
          <a:p>
            <a:pPr lvl="1"/>
            <a:r>
              <a:t>vegetarian option</a:t>
            </a:r>
          </a:p>
          <a:p>
            <a:pPr lvl="1"/>
            <a:r>
              <a:t>dessert bar</a:t>
            </a:r>
          </a:p>
          <a:p>
            <a:pPr lvl="1"/>
            <a:r>
              <a:t>Internal Use</a:t>
            </a:r>
          </a:p>
          <a:p>
            <a:pPr lvl="1"/>
            <a:r>
              <a:t>Routine Operations</a:t>
            </a:r>
          </a:p>
          <a:p>
            <a:pPr lvl="1"/>
            <a:r>
              <a:t>Public Notice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Between 04 July 2026 and 22 July 2026, staff completed ordinary tasks related to cafeteria and catering. Mentions include 'lunch special' and 'coffee station' for operational clarity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