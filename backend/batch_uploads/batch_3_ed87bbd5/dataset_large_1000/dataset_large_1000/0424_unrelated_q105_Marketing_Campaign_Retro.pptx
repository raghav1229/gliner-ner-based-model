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Campaign Retro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memo covers routine administrative activity for marketing analytics. It contains no defense, security, or national sensitivity indicators.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Internal</a:t>
            </a:r>
          </a:p>
          <a:p>
            <a:pPr lvl="1"/>
            <a:r>
              <a:t>click-through rate</a:t>
            </a:r>
          </a:p>
          <a:p>
            <a:pPr lvl="1"/>
            <a:r>
              <a:t>brand awareness</a:t>
            </a:r>
          </a:p>
          <a:p>
            <a:pPr lvl="1"/>
            <a:r>
              <a:t>social media post</a:t>
            </a:r>
          </a:p>
          <a:p>
            <a:pPr lvl="1"/>
            <a:r>
              <a:t>newsletter open rate</a:t>
            </a:r>
          </a:p>
          <a:p>
            <a:pPr lvl="1"/>
            <a:r>
              <a:t>Internal Use</a:t>
            </a:r>
          </a:p>
          <a:p>
            <a:pPr lvl="1"/>
            <a:r>
              <a:t>Routine Operations</a:t>
            </a:r>
          </a:p>
          <a:p>
            <a:pPr lvl="1"/>
            <a:r>
              <a:t>Public Notice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Between 18 June 2026 and 27 June 2026, staff completed ordinary tasks related to marketing analytics. Mentions include 'click-through rate' and 'brand awareness' for operational clarity only.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