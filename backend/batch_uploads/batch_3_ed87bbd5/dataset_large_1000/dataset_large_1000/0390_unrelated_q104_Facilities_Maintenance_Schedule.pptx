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Facilities Maintenance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facilities maintenance.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lighting upgrade</a:t>
            </a:r>
          </a:p>
          <a:p>
            <a:pPr lvl="1"/>
            <a:r>
              <a:t>HVAC filter</a:t>
            </a:r>
          </a:p>
          <a:p>
            <a:pPr lvl="1"/>
            <a:r>
              <a:t>parking lot paint</a:t>
            </a:r>
          </a:p>
          <a:p>
            <a:pPr lvl="1"/>
            <a:r>
              <a:t>elevator inspection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01 June 2026 and 15 June 2026, staff completed ordinary tasks related to facilities maintenance. Mentions include 'lighting upgrade' and 'HVAC filter'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