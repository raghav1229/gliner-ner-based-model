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Club Training Roster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sports training.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attendance sheet</a:t>
            </a:r>
          </a:p>
          <a:p>
            <a:pPr lvl="1"/>
            <a:r>
              <a:t>football drills</a:t>
            </a:r>
          </a:p>
          <a:p>
            <a:pPr lvl="1"/>
            <a:r>
              <a:t>coach notes</a:t>
            </a:r>
          </a:p>
          <a:p>
            <a:pPr lvl="1"/>
            <a:r>
              <a:t>injury recovery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08 June 2026 and 22 June 2026, staff completed ordinary tasks related to sports training. Mentions include 'attendance sheet' and 'football drills'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