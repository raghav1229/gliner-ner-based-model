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Critical Infrastructure Resilience Bulletin</a:t>
            </a:r>
          </a:p>
        </p:txBody>
      </p:sp>
      <p:sp>
        <p:nvSpPr>
          <p:cNvPr id="3" name="Content Placeholder 2"/>
          <p:cNvSpPr>
            <a:spLocks noGrp="1"/>
          </p:cNvSpPr>
          <p:nvPr>
            <p:ph idx="1"/>
          </p:nvPr>
        </p:nvSpPr>
        <p:spPr/>
        <p:txBody>
          <a:bodyPr/>
          <a:lstStyle/>
          <a:p>
            <a:r>
              <a:t>This report summarizes simulated activity related to critical infrastructure disruption across fictional administrative regions in the Kingdom for classification testing. Key indicators intentionally present include: gas plant, refinery, water treatment, ICS, critical infrastructure.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Indicators</a:t>
            </a:r>
          </a:p>
        </p:txBody>
      </p:sp>
      <p:sp>
        <p:nvSpPr>
          <p:cNvPr id="3" name="Content Placeholder 2"/>
          <p:cNvSpPr>
            <a:spLocks noGrp="1"/>
          </p:cNvSpPr>
          <p:nvPr>
            <p:ph idx="1"/>
          </p:nvPr>
        </p:nvSpPr>
        <p:spPr/>
        <p:txBody>
          <a:bodyPr/>
          <a:lstStyle/>
          <a:p>
            <a:r>
              <a:t>Top Secret</a:t>
            </a:r>
          </a:p>
          <a:p>
            <a:pPr lvl="1"/>
            <a:r>
              <a:t>gas plant</a:t>
            </a:r>
          </a:p>
          <a:p>
            <a:pPr lvl="1"/>
            <a:r>
              <a:t>refinery</a:t>
            </a:r>
          </a:p>
          <a:p>
            <a:pPr lvl="1"/>
            <a:r>
              <a:t>water treatment</a:t>
            </a:r>
          </a:p>
          <a:p>
            <a:pPr lvl="1"/>
            <a:r>
              <a:t>ICS</a:t>
            </a:r>
          </a:p>
          <a:p>
            <a:pPr lvl="1"/>
            <a:r>
              <a:t>critical infrastructure</a:t>
            </a:r>
          </a:p>
          <a:p>
            <a:pPr lvl="1"/>
            <a:r>
              <a:t>SCADA</a:t>
            </a:r>
          </a:p>
          <a:p>
            <a:pPr lvl="1"/>
            <a:r>
              <a:t>blackout</a:t>
            </a:r>
          </a:p>
          <a:p>
            <a:pPr lvl="1"/>
            <a:r>
              <a:t>airport shutdown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a:lstStyle/>
          <a:p>
            <a:r>
              <a:t>During the period between 26 June 2026 and 07 July 2026, the fictional coordination office recorded controlled entries associated with critical infrastructure disruption. References such as 'gas plant', 'refinery', and 'water treatment' are embedded for AI sensitivity scoring.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