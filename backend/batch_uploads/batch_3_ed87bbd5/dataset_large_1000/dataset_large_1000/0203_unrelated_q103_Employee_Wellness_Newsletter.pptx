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Wellness Newsletter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employee wellness.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yoga session</a:t>
            </a:r>
          </a:p>
          <a:p>
            <a:pPr lvl="1"/>
            <a:r>
              <a:t>ergonomic chair</a:t>
            </a:r>
          </a:p>
          <a:p>
            <a:pPr lvl="1"/>
            <a:r>
              <a:t>hydration tips</a:t>
            </a:r>
          </a:p>
          <a:p>
            <a:pPr lvl="1"/>
            <a:r>
              <a:t>step challenge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25 June 2026 and 08 July 2026, staff completed ordinary tasks related to employee wellness. Mentions include 'yoga session' and 'ergonomic chair'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