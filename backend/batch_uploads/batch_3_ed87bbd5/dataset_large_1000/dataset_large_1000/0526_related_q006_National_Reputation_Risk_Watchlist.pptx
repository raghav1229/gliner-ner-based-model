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National Reputation Risk Watchlist</a:t>
            </a:r>
          </a:p>
        </p:txBody>
      </p:sp>
      <p:sp>
        <p:nvSpPr>
          <p:cNvPr id="3" name="Content Placeholder 2"/>
          <p:cNvSpPr>
            <a:spLocks noGrp="1"/>
          </p:cNvSpPr>
          <p:nvPr>
            <p:ph idx="1"/>
          </p:nvPr>
        </p:nvSpPr>
        <p:spPr/>
        <p:txBody>
          <a:bodyPr/>
          <a:lstStyle/>
          <a:p>
            <a:r>
              <a:t>This report summarizes simulated activity related to national reputation risk across fictional administrative regions in the Kingdom for classification testing. Key indicators intentionally present include: diplomatic crisis, human rights violation, corruption, media exposure, censorship.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diplomatic crisis</a:t>
            </a:r>
          </a:p>
          <a:p>
            <a:pPr lvl="1"/>
            <a:r>
              <a:t>human rights violation</a:t>
            </a:r>
          </a:p>
          <a:p>
            <a:pPr lvl="1"/>
            <a:r>
              <a:t>corruption</a:t>
            </a:r>
          </a:p>
          <a:p>
            <a:pPr lvl="1"/>
            <a:r>
              <a:t>media exposure</a:t>
            </a:r>
          </a:p>
          <a:p>
            <a:pPr lvl="1"/>
            <a:r>
              <a:t>censorship</a:t>
            </a:r>
          </a:p>
          <a:p>
            <a:pPr lvl="1"/>
            <a:r>
              <a:t>sanctions</a:t>
            </a:r>
          </a:p>
          <a:p>
            <a:pPr lvl="1"/>
            <a:r>
              <a:t>money laundering</a:t>
            </a:r>
          </a:p>
          <a:p>
            <a:pPr lvl="1"/>
            <a:r>
              <a:t>bribery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08 June 2026 and 22 June 2026, the fictional coordination office recorded controlled entries associated with national reputation risk. References such as 'diplomatic crisis', 'human rights violation', and 'corruption'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