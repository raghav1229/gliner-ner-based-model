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Labor Market Stability Brief</a:t>
            </a:r>
          </a:p>
        </p:txBody>
      </p:sp>
      <p:sp>
        <p:nvSpPr>
          <p:cNvPr id="3" name="Content Placeholder 2"/>
          <p:cNvSpPr>
            <a:spLocks noGrp="1"/>
          </p:cNvSpPr>
          <p:nvPr>
            <p:ph idx="1"/>
          </p:nvPr>
        </p:nvSpPr>
        <p:spPr/>
        <p:txBody>
          <a:bodyPr/>
          <a:lstStyle/>
          <a:p>
            <a:r>
              <a:t>This report summarizes simulated activity related to labor market impacts across fictional administrative regions in the Kingdom for classification testing. Key indicators intentionally present include: workforce reduction, unemployment, recruitment freeze, employment crisis, Nitaqat.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workforce reduction</a:t>
            </a:r>
          </a:p>
          <a:p>
            <a:pPr lvl="1"/>
            <a:r>
              <a:t>unemployment</a:t>
            </a:r>
          </a:p>
          <a:p>
            <a:pPr lvl="1"/>
            <a:r>
              <a:t>recruitment freeze</a:t>
            </a:r>
          </a:p>
          <a:p>
            <a:pPr lvl="1"/>
            <a:r>
              <a:t>employment crisis</a:t>
            </a:r>
          </a:p>
          <a:p>
            <a:pPr lvl="1"/>
            <a:r>
              <a:t>Nitaqat</a:t>
            </a:r>
          </a:p>
          <a:p>
            <a:pPr lvl="1"/>
            <a:r>
              <a:t>wage reduction</a:t>
            </a:r>
          </a:p>
          <a:p>
            <a:pPr lvl="1"/>
            <a:r>
              <a:t>Saudization</a:t>
            </a:r>
          </a:p>
          <a:p>
            <a:pPr lvl="1"/>
            <a:r>
              <a:t>mass layoff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03 July 2026 and 17 July 2026, the fictional coordination office recorded controlled entries associated with labor market impacts. References such as 'workforce reduction', 'unemployment', and 'recruitment freeze'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