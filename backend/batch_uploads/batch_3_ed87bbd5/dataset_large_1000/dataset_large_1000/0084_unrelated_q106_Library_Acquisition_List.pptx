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Library Acquisition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memo covers routine administrative activity for library acquisitions. It contains no defense, security, or national sensitivity indicators.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Public</a:t>
            </a:r>
          </a:p>
          <a:p>
            <a:pPr lvl="1"/>
            <a:r>
              <a:t>reading club</a:t>
            </a:r>
          </a:p>
          <a:p>
            <a:pPr lvl="1"/>
            <a:r>
              <a:t>fiction collection</a:t>
            </a:r>
          </a:p>
          <a:p>
            <a:pPr lvl="1"/>
            <a:r>
              <a:t>interlibrary loan</a:t>
            </a:r>
          </a:p>
          <a:p>
            <a:pPr lvl="1"/>
            <a:r>
              <a:t>cataloguing</a:t>
            </a:r>
          </a:p>
          <a:p>
            <a:pPr lvl="1"/>
            <a:r>
              <a:t>Internal Use</a:t>
            </a:r>
          </a:p>
          <a:p>
            <a:pPr lvl="1"/>
            <a:r>
              <a:t>Routine Operations</a:t>
            </a:r>
          </a:p>
          <a:p>
            <a:pPr lvl="1"/>
            <a:r>
              <a:t>Public Notice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Between 06 June 2026 and 27 June 2026, staff completed ordinary tasks related to library acquisitions. Mentions include 'reading club' and 'fiction collection' for operational clarity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