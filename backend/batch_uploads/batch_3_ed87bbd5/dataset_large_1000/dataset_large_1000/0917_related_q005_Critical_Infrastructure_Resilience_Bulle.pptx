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Critical Infrastructure Resilience Bulletin</a:t>
            </a:r>
          </a:p>
        </p:txBody>
      </p:sp>
      <p:sp>
        <p:nvSpPr>
          <p:cNvPr id="3" name="Content Placeholder 2"/>
          <p:cNvSpPr>
            <a:spLocks noGrp="1"/>
          </p:cNvSpPr>
          <p:nvPr>
            <p:ph idx="1"/>
          </p:nvPr>
        </p:nvSpPr>
        <p:spPr/>
        <p:txBody>
          <a:bodyPr/>
          <a:lstStyle/>
          <a:p>
            <a:r>
              <a:t>This report summarizes simulated activity related to critical infrastructure disruption across fictional administrative regions in the Kingdom for classification testing. Key indicators intentionally present include: power grid, refinery, critical infrastructure, airport shutdown, SCADA.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Indicators</a:t>
            </a:r>
          </a:p>
        </p:txBody>
      </p:sp>
      <p:sp>
        <p:nvSpPr>
          <p:cNvPr id="3" name="Content Placeholder 2"/>
          <p:cNvSpPr>
            <a:spLocks noGrp="1"/>
          </p:cNvSpPr>
          <p:nvPr>
            <p:ph idx="1"/>
          </p:nvPr>
        </p:nvSpPr>
        <p:spPr/>
        <p:txBody>
          <a:bodyPr/>
          <a:lstStyle/>
          <a:p>
            <a:r>
              <a:t>Top Secret</a:t>
            </a:r>
          </a:p>
          <a:p>
            <a:pPr lvl="1"/>
            <a:r>
              <a:t>power grid</a:t>
            </a:r>
          </a:p>
          <a:p>
            <a:pPr lvl="1"/>
            <a:r>
              <a:t>refinery</a:t>
            </a:r>
          </a:p>
          <a:p>
            <a:pPr lvl="1"/>
            <a:r>
              <a:t>critical infrastructure</a:t>
            </a:r>
          </a:p>
          <a:p>
            <a:pPr lvl="1"/>
            <a:r>
              <a:t>airport shutdown</a:t>
            </a:r>
          </a:p>
          <a:p>
            <a:pPr lvl="1"/>
            <a:r>
              <a:t>SCADA</a:t>
            </a:r>
          </a:p>
          <a:p>
            <a:pPr lvl="1"/>
            <a:r>
              <a:t>ICS</a:t>
            </a:r>
          </a:p>
          <a:p>
            <a:pPr lvl="1"/>
            <a:r>
              <a:t>water treatment</a:t>
            </a:r>
          </a:p>
          <a:p>
            <a:pPr lvl="1"/>
            <a:r>
              <a:t>blackout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a:t>
            </a:r>
          </a:p>
        </p:txBody>
      </p:sp>
      <p:sp>
        <p:nvSpPr>
          <p:cNvPr id="3" name="Content Placeholder 2"/>
          <p:cNvSpPr>
            <a:spLocks noGrp="1"/>
          </p:cNvSpPr>
          <p:nvPr>
            <p:ph idx="1"/>
          </p:nvPr>
        </p:nvSpPr>
        <p:spPr/>
        <p:txBody>
          <a:bodyPr/>
          <a:lstStyle/>
          <a:p>
            <a:r>
              <a:t>During the period between 14 June 2026 and 29 June 2026, the fictional coordination office recorded controlled entries associated with critical infrastructure disruption. References such as 'power grid', 'refinery', and 'critical infrastructure' are embedded for AI sensitivity scoring.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