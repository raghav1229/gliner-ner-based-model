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Export Continuity Advisory</a:t>
            </a:r>
          </a:p>
        </p:txBody>
      </p:sp>
      <p:sp>
        <p:nvSpPr>
          <p:cNvPr id="3" name="Content Placeholder 2"/>
          <p:cNvSpPr>
            <a:spLocks noGrp="1"/>
          </p:cNvSpPr>
          <p:nvPr>
            <p:ph idx="1"/>
          </p:nvPr>
        </p:nvSpPr>
        <p:spPr/>
        <p:txBody>
          <a:bodyPr/>
          <a:lstStyle/>
          <a:p>
            <a:r>
              <a:t>This report summarizes simulated activity related to export continuity across fictional administrative regions in the Kingdom for classification testing. Key indicators intentionally present include: sanctions, export restriction, trade barrier, shipping disruption, export decline.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sanctions</a:t>
            </a:r>
          </a:p>
          <a:p>
            <a:pPr lvl="1"/>
            <a:r>
              <a:t>export restriction</a:t>
            </a:r>
          </a:p>
          <a:p>
            <a:pPr lvl="1"/>
            <a:r>
              <a:t>trade barrier</a:t>
            </a:r>
          </a:p>
          <a:p>
            <a:pPr lvl="1"/>
            <a:r>
              <a:t>shipping disruption</a:t>
            </a:r>
          </a:p>
          <a:p>
            <a:pPr lvl="1"/>
            <a:r>
              <a:t>export decline</a:t>
            </a:r>
          </a:p>
          <a:p>
            <a:pPr lvl="1"/>
            <a:r>
              <a:t>trade embargo</a:t>
            </a:r>
          </a:p>
          <a:p>
            <a:pPr lvl="1"/>
            <a:r>
              <a:t>customs restriction</a:t>
            </a:r>
          </a:p>
          <a:p>
            <a:pPr lvl="1"/>
            <a:r>
              <a:t>port closure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27 June 2026 and 07 July 2026, the fictional coordination office recorded controlled entries associated with export continuity. References such as 'sanctions', 'export restriction', and 'trade barrier'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