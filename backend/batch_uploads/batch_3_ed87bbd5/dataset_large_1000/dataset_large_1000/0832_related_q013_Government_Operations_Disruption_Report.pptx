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Government Operations Disruption Report</a:t>
            </a:r>
          </a:p>
        </p:txBody>
      </p:sp>
      <p:sp>
        <p:nvSpPr>
          <p:cNvPr id="3" name="Content Placeholder 2"/>
          <p:cNvSpPr>
            <a:spLocks noGrp="1"/>
          </p:cNvSpPr>
          <p:nvPr>
            <p:ph idx="1"/>
          </p:nvPr>
        </p:nvSpPr>
        <p:spPr/>
        <p:txBody>
          <a:bodyPr/>
          <a:lstStyle/>
          <a:p>
            <a:r>
              <a:t>This report summarizes simulated activity related to government operations continuity across fictional administrative regions in the Kingdom for classification testing. Key indicators intentionally present include: operational disruption, cyber attack, system failure, disaster recovery, government shutdown.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Secret</a:t>
            </a:r>
          </a:p>
          <a:p>
            <a:pPr lvl="1"/>
            <a:r>
              <a:t>operational disruption</a:t>
            </a:r>
          </a:p>
          <a:p>
            <a:pPr lvl="1"/>
            <a:r>
              <a:t>cyber attack</a:t>
            </a:r>
          </a:p>
          <a:p>
            <a:pPr lvl="1"/>
            <a:r>
              <a:t>system failure</a:t>
            </a:r>
          </a:p>
          <a:p>
            <a:pPr lvl="1"/>
            <a:r>
              <a:t>disaster recovery</a:t>
            </a:r>
          </a:p>
          <a:p>
            <a:pPr lvl="1"/>
            <a:r>
              <a:t>government shutdown</a:t>
            </a:r>
          </a:p>
          <a:p>
            <a:pPr lvl="1"/>
            <a:r>
              <a:t>business continuity</a:t>
            </a:r>
          </a:p>
          <a:p>
            <a:pPr lvl="1"/>
            <a:r>
              <a:t>service outage</a:t>
            </a:r>
          </a:p>
          <a:p>
            <a:pPr lvl="1"/>
            <a:r>
              <a:t>emergency operations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21 June 2026 and 01 July 2026, the fictional coordination office recorded controlled entries associated with government operations continuity. References such as 'operational disruption', 'cyber attack', and 'system failure'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