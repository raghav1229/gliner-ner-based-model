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Warehouse and Logistics Reserve Register</a:t>
            </a:r>
          </a:p>
        </p:txBody>
      </p:sp>
      <p:sp>
        <p:nvSpPr>
          <p:cNvPr id="3" name="Content Placeholder 2"/>
          <p:cNvSpPr>
            <a:spLocks noGrp="1"/>
          </p:cNvSpPr>
          <p:nvPr>
            <p:ph idx="1"/>
          </p:nvPr>
        </p:nvSpPr>
        <p:spPr/>
        <p:txBody>
          <a:bodyPr/>
          <a:lstStyle/>
          <a:p>
            <a:r>
              <a:t>This report summarizes simulated activity related to strategic warehouses and logistics across fictional administrative regions in the Kingdom for classification testing. Key indicators intentionally present include: logistics center, supply depot, fuel depot, strategic reserve, emergency stockpile.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logistics center</a:t>
            </a:r>
          </a:p>
          <a:p>
            <a:pPr lvl="1"/>
            <a:r>
              <a:t>supply depot</a:t>
            </a:r>
          </a:p>
          <a:p>
            <a:pPr lvl="1"/>
            <a:r>
              <a:t>fuel depot</a:t>
            </a:r>
          </a:p>
          <a:p>
            <a:pPr lvl="1"/>
            <a:r>
              <a:t>strategic reserve</a:t>
            </a:r>
          </a:p>
          <a:p>
            <a:pPr lvl="1"/>
            <a:r>
              <a:t>emergency stockpile</a:t>
            </a:r>
          </a:p>
          <a:p>
            <a:pPr lvl="1"/>
            <a:r>
              <a:t>inventory reserve</a:t>
            </a:r>
          </a:p>
          <a:p>
            <a:pPr lvl="1"/>
            <a:r>
              <a:t>storage facility</a:t>
            </a:r>
          </a:p>
          <a:p>
            <a:pPr lvl="1"/>
            <a:r>
              <a:t>warehouse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11 June 2026 and 25 June 2026, the fictional coordination office recorded controlled entries associated with strategic warehouses and logistics. References such as 'logistics center', 'supply depot', and 'fuel depot'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